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6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6" r:id="rId32"/>
    <p:sldId id="288" r:id="rId33"/>
    <p:sldId id="289" r:id="rId34"/>
    <p:sldId id="308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5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C0A23-D7E6-1F72-565E-E761ED48E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4EAADB-29A6-0C15-C1DE-64C84CCA4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72F046-C97D-587E-C105-5FA0EF2C2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8E545B-BFEE-8A10-121F-936C4FF7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38136B-8F67-73B4-ADEE-BD0D754BB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13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D7C52-CEF4-E201-969C-8DC843D0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154C2D-A6A3-3910-5236-E6DD787D3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6743E6-E530-3EE9-E338-DDBE516F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76EC4D-FA56-49DA-9466-29C502EF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B54E54-B4BB-F172-9A08-EBB1A3D0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40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FEED8-9937-3AC7-5344-6CAA79E37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DF6C6F-BE7B-D468-6A3B-079192921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1E82CE-D5E8-4202-77D6-BAE60B01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5F9059-AFB0-295B-5C4B-99332E2F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DFA733-897F-6E8C-60F2-DCB8C23C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341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FD7C96-C80E-B0E6-1FEC-5A9BC2C08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707BB1-5691-6778-5A8F-30438C76A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F56A4A-D1B7-DDAE-9603-CBEAC4829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73DA86-48FE-82C7-8ECF-8C9EAE530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0EB1D4-423F-0A6E-C189-47A49E0B4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CB9D50-C325-7827-1ED0-5C778772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680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1927D-A0F2-552D-E837-7976F2C22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1595E2-0F38-AA04-935D-6CE1F866F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128E66-B370-74C8-28BE-97F19DAAB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F7402A-E226-1B55-5B48-DE15F862F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F1DF68-DBDF-455A-FC66-85221735C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639B0C9-D642-D4E6-48AC-5A3749C9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C5CA9B-D158-7F77-C7F6-3EDBFD835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4120A2-9E90-065E-17EA-F9B3C967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31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4BC9E-D6AA-57A4-181F-F482EF8B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EDFF073-C488-9F93-2D3B-0E3E0028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6A0113-6A17-9376-DA33-36024245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A13592-5918-412C-EEAB-940F6131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31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5C734A-042A-53F6-8C58-4AA9FAFF2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81F900-D681-491C-4149-A4D4CFFE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4AE781-1AB4-8AE1-B469-613AADFB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31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FEC6F-BDFF-B620-E3FA-1F3A44A44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DB89F1-0E04-8B5F-CE49-A06F16C05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4EB9E6-BBDC-9657-6971-6ED792CFE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5E7F15-EF78-66CA-03C6-7433CE30A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E7756D-1798-4DEB-C6A2-0B7D9F913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0D92E5-A37A-B630-528A-2568490F2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379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B6BF5-E894-6A23-EEED-8FDF813A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C0B1F4-6C25-2346-1AB2-0EB764273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1C83F8-E544-1C42-92A6-F078512F0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86782E-BBA1-C5E8-961F-B293419F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B2BA42-B82D-62F6-A53C-8B4D085F9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1B7599-4049-3E8B-FB9D-0559FA508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60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D8C990-C4EB-5FDE-8806-0FEFAD53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4D1BB2-F08F-130D-561D-5CF7A089D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4B0884-A62D-5B42-D35C-953948221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14EF24-8ED1-5630-5F4C-1BC363BDC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2E5AAA-FB9F-CBA9-55A6-6D718315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6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8E130BF-B1B4-0636-DB5C-9BB58717C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B74642-3836-0500-6517-7CDAED729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C0EAEF-12C8-EF47-096F-95F1FFB10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A688-AEEF-4FD1-A54C-B235D3193BB0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328E0F-A5E4-6DD6-8521-4F9BE1BF6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6DB545-DBC3-CD29-25D4-155300DA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1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600DDA-363A-2AE6-CD16-9E366440B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9459D1-226B-84F1-7FD7-1F37A8A32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DE3FE2-942B-55EB-94CE-FB531A835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AA688-AEEF-4FD1-A54C-B235D3193BB0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016580-4849-786D-2D30-89C62E70F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28532D-0D99-A12C-EEC8-FCB845ADE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B004C-4652-41A6-8D8B-4C4A467F3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99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70D42-A968-C5CF-D4A5-61B309661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B48F9E-4D5B-F17E-D3B6-6B019A3199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B06409C-39BF-59B3-F2B5-624FCD2BB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3" y="0"/>
            <a:ext cx="120979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01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56866-3F4F-13D6-5055-9DD046C475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A27D21-4B9E-E7F2-7483-C71EB4642C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318E23-8FA8-7440-F661-43D465C42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6" y="0"/>
            <a:ext cx="1192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01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B5727-84EC-35C7-BBD0-8B940AADAD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DFF1FB-51A0-B297-F595-6C93595A05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C12350-8CC6-3239-FA0B-0CE1AD2FB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1569"/>
            <a:ext cx="12192000" cy="579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13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85713-DA01-3D78-41D0-8A1EA750C5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1DA4A6-6ECA-95F4-6757-E3DFF77F99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111509-D4ED-F753-30DD-B6BECBEDA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012"/>
            <a:ext cx="12192000" cy="630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04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6BA35-10B8-8430-4F33-8CDB745CF7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53968D-51D3-ECB6-016D-9D60FC1A0E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44D4D5-F2DA-6841-205A-6A60863E3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866" y="0"/>
            <a:ext cx="9292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4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CA483-6C07-A6CB-910F-266BEA5223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158202-4F62-2025-0971-4B7E0A680F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9FF3BD-4508-566E-D002-083A41A2D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305"/>
            <a:ext cx="12192000" cy="638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668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69B81-2097-A6EB-918B-A24BD6061A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376BD5-BD03-0771-8A46-BB9DCB419D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53AE431-7CC8-2EBB-95FB-074EABC57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61912"/>
            <a:ext cx="10496550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587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899C3-B1CB-95F9-063D-80686F92B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D8D522-AE3E-49F0-F879-760D7E5349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CD5E9C-5E53-E338-3BD7-6B489254B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708"/>
            <a:ext cx="12192000" cy="635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110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7A770-3C1B-1F37-2F71-686765108F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F3E7CF-D8E1-71E5-9FC0-77114178E6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D4AC34-577A-228C-62D9-37467E7A0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16"/>
            <a:ext cx="12192000" cy="675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27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D0477-BD9F-B60C-E7AC-C218E1D207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2020E2-4970-B856-2A05-B07FB4D844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D4B053-D65B-4F50-A130-58363F5F5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" y="276225"/>
            <a:ext cx="9725025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355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6FDB5-8280-967F-7D09-2A6D4E6DD3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85A130-090F-6F11-C8A3-A2BEF7BCD0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3ADF351-CD27-5D77-1946-37A6104FB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336"/>
            <a:ext cx="12192000" cy="646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11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7AB74-E283-C2A7-BF93-4D8C939672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C1BC50-1A4D-B69B-4F44-0BF26C6E1B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5147E95-3282-40B9-7F1F-BA9821DFA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862" y="0"/>
            <a:ext cx="81542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00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41E9B-640E-EE80-B1DF-627F4975BB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36A722-FC03-EC7E-23B8-94DA90A7A4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62009D-36D6-8BC3-C081-CBECE6D29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" y="523875"/>
            <a:ext cx="10487025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21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48933-A84A-04C5-8881-7F7F4E68BD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9399EF-0B75-257F-7D69-08282B7E51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BE7DD37-F941-667D-B777-7D47CAD7A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98" y="0"/>
            <a:ext cx="11321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6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B2CB5-48BE-F703-32A2-22180F3236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B1ADA2-6B01-E685-6EF9-5D5A7123DB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9E69FD-49CD-C3EE-76C2-7BEC5CBCA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181"/>
            <a:ext cx="12192000" cy="656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68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AA5B5-5D12-BE80-36BE-BCDE66BB1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D5761A-6732-64D1-A270-992E0B7748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D77E58-2F30-CD97-A4BC-A6B1ED3B28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37FC3A-DF4C-FD71-E8EC-9A0170AB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552"/>
            <a:ext cx="12192000" cy="647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923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FC190-5DE8-FCA2-F34E-87762D2D7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E3902-2036-920E-433C-BC924216A5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5ACAA5-36F3-93C1-3C2A-5155D865B6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135D3A3-AE8B-E16C-6E87-CB0323548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83"/>
            <a:ext cx="12192000" cy="682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98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C64EA-F487-1626-73D4-A480C05ED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D7C68-3992-FD11-BD9C-4650451B30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2DF37E-DD62-1F4E-6239-61C5E3A0B1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B40F8D-0654-7D4A-F680-3B88BF94B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7" y="0"/>
            <a:ext cx="117295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416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EE4C9-A9D5-7C4B-954B-8995B7095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2E29C-0AFF-C6D7-D22A-7606F30C3F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18FB7F-A9BB-E73B-5531-DF1E6B8753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FBBFCD-B28A-D139-A6C7-A844AEC93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456"/>
            <a:ext cx="12192000" cy="619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28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6ADCB-1AE0-DC01-FB05-5CE521D56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FA38E-32EF-3FE1-17C9-92456ED525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DA5B80-CD54-731A-2BC1-D521870423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CE31B73-9216-BE63-CD66-4653C3C4A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0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CF6FA-CF0B-7DE3-21E8-6FA60CB9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42FD7-A007-124D-56AF-BE247DD04A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106E8D-8C55-4A3F-6905-CB58C9B3BF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C894500-BBF2-8574-9236-736ABC3FA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" y="128587"/>
            <a:ext cx="12049125" cy="660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93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F0872-739C-23FD-33F2-0996C8DD7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319E8-CEE4-CCFA-60AC-3184B78A2D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73AFF2-9BE3-41B3-10E8-BD316FC2EE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6F04AD-3A7E-68E3-502E-BCCDD2037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685"/>
            <a:ext cx="12192000" cy="604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19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77848-C34D-756E-050B-AB7C497C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13A1A-7B6B-0526-0C91-E3F62DA748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CA9813-8070-5A4B-4BDC-C9B4CD1365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ECC12C-BDF9-C5D2-67B9-9493BE436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784"/>
            <a:ext cx="12192000" cy="654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87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7B8F-761D-8294-4A8E-3067527C0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8D9055-FD0D-6334-D92E-0DC353AA2D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B2C291-2A2F-3B52-2461-6B76B0F5E4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0513B9-4D8E-718E-A8FF-6DA711582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98"/>
            <a:ext cx="12192000" cy="680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80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FD04E-4D89-F605-0E76-9657CC8C4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9A4C00-810E-B7F1-B711-6CC3653CFE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EB49C90-B643-85AA-2A6D-BEE1890C0B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0486E6-9BF5-2C2B-1498-6DC2E0176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818"/>
            <a:ext cx="12192000" cy="619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53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71A13-1B8A-748B-E154-38E418F0E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32A4EE-FA68-5E11-FA99-2A4F514BA7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99AE5A-6624-AF2B-85E9-A6BC55D5ED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871E70-7D22-EFBA-79BE-66508DC64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509"/>
            <a:ext cx="12192000" cy="598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901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06952-1E8C-2E5F-2484-08EC9B37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DF3A06-56CB-AF3E-A4DB-9F3AE0938B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F8EFF4-1240-26D3-75B8-1B7AA397B9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2F8A30-1826-6985-3D25-E57DC0120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1187"/>
            <a:ext cx="12192000" cy="625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340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6D99B-EF9A-283C-F3F1-CD0FC5E7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EEE5B-1DA1-237E-578A-9C5E9CA0FC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18C235-69C5-CE3B-A0BB-85CEC22E1D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DEED38-FD9E-2300-DEAA-BC936C208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083"/>
            <a:ext cx="12192000" cy="607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25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2EECE-BDCA-0C3F-3492-32CE2DEDD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4CA468-4960-8387-D5BF-76CE7DAA22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7CD43B-2689-FB90-FB37-120B087566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F2F4F0-B030-7140-3408-9219A4579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986"/>
            <a:ext cx="12192000" cy="657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762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ACC86-9E6F-D698-9035-BECF95D44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C55CC-E192-A54E-5910-A9E5C136C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1630AE-21CC-1B23-BE7D-DA191EB901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0470F6-7616-DFED-2A4D-D8CE931D0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216"/>
            <a:ext cx="12192000" cy="623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5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A9B7C-EFBB-E138-83D5-88B86AD3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579564-59F6-0BD1-FDAE-8E0EE68650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C9C6A2-3F85-3DCA-95BB-D416612581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E5E495-6CF0-3798-9BF9-CE4600002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541"/>
            <a:ext cx="12192000" cy="662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893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69CC-F3FE-7811-FB15-18E6C05DF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AE6DD3-3B3E-48C2-31E1-4FB073838E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572979-290D-45D7-89E5-80179E8ED5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2385BC-490A-E87F-605E-0FFD10112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171"/>
            <a:ext cx="12192000" cy="619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712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D0B9D-CFDC-E4E6-0FC3-75CFBC436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8AC93-A7C4-07F5-E830-75CF33BE86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2554EB-8432-DB19-4562-FBAF08436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7A3968-F3F5-EA61-83AC-1C426A539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880"/>
            <a:ext cx="12192000" cy="659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749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03AF2-A532-5200-4EEB-5671442FC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9FE81-B34D-CB59-91EB-A238286CF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B99086-5D5A-4521-005A-F20966988E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672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宽屏</PresentationFormat>
  <Paragraphs>0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征 吴</dc:creator>
  <cp:lastModifiedBy>征 吴</cp:lastModifiedBy>
  <cp:revision>2</cp:revision>
  <dcterms:created xsi:type="dcterms:W3CDTF">2024-11-21T02:13:39Z</dcterms:created>
  <dcterms:modified xsi:type="dcterms:W3CDTF">2024-11-27T12:50:37Z</dcterms:modified>
</cp:coreProperties>
</file>