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C0A23-D7E6-1F72-565E-E761ED48E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4EAADB-29A6-0C15-C1DE-64C84CCA4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2F046-C97D-587E-C105-5FA0EF2C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E545B-BFEE-8A10-121F-936C4FF7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38136B-8F67-73B4-ADEE-BD0D754B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3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D7C52-CEF4-E201-969C-8DC843D0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54C2D-A6A3-3910-5236-E6DD787D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743E6-E530-3EE9-E338-DDBE516F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6EC4D-FA56-49DA-9466-29C502EF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54E54-B4BB-F172-9A08-EBB1A3D0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40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FEED8-9937-3AC7-5344-6CAA79E3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DF6C6F-BE7B-D468-6A3B-079192921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E82CE-D5E8-4202-77D6-BAE60B01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F9059-AFB0-295B-5C4B-99332E2F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FA733-897F-6E8C-60F2-DCB8C23C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4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D7C96-C80E-B0E6-1FEC-5A9BC2C0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07BB1-5691-6778-5A8F-30438C76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F56A4A-D1B7-DDAE-9603-CBEAC4829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73DA86-48FE-82C7-8ECF-8C9EAE53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EB1D4-423F-0A6E-C189-47A49E0B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CB9D50-C325-7827-1ED0-5C778772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8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927D-A0F2-552D-E837-7976F2C2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1595E2-0F38-AA04-935D-6CE1F866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128E66-B370-74C8-28BE-97F19DAAB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F7402A-E226-1B55-5B48-DE15F862F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F1DF68-DBDF-455A-FC66-85221735C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39B0C9-D642-D4E6-48AC-5A3749C9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5CA9B-D158-7F77-C7F6-3EDBFD83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4120A2-9E90-065E-17EA-F9B3C967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1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4BC9E-D6AA-57A4-181F-F482EF8B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DFF073-C488-9F93-2D3B-0E3E0028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6A0113-6A17-9376-DA33-36024245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A13592-5918-412C-EEAB-940F6131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31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5C734A-042A-53F6-8C58-4AA9FAFF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F900-D681-491C-4149-A4D4CFFE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4AE781-1AB4-8AE1-B469-613AADFB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FEC6F-BDFF-B620-E3FA-1F3A44A4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B89F1-0E04-8B5F-CE49-A06F16C0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4EB9E6-BBDC-9657-6971-6ED792CFE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E7F15-EF78-66CA-03C6-7433CE30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E7756D-1798-4DEB-C6A2-0B7D9F91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D92E5-A37A-B630-528A-2568490F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7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B6BF5-E894-6A23-EEED-8FDF813A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C0B1F4-6C25-2346-1AB2-0EB764273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1C83F8-E544-1C42-92A6-F078512F0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6782E-BBA1-C5E8-961F-B293419F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2BA42-B82D-62F6-A53C-8B4D085F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1B7599-4049-3E8B-FB9D-0559FA50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60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8C990-C4EB-5FDE-8806-0FEFAD53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4D1BB2-F08F-130D-561D-5CF7A089D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B0884-A62D-5B42-D35C-95394822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4EF24-8ED1-5630-5F4C-1BC363BD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E5AAA-FB9F-CBA9-55A6-6D718315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6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E130BF-B1B4-0636-DB5C-9BB58717C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B74642-3836-0500-6517-7CDAED729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C0EAEF-12C8-EF47-096F-95F1FFB1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28E0F-A5E4-6DD6-8521-4F9BE1BF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DB545-DBC3-CD29-25D4-155300DA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1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600DDA-363A-2AE6-CD16-9E366440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9459D1-226B-84F1-7FD7-1F37A8A32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E3FE2-942B-55EB-94CE-FB531A835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AA688-AEEF-4FD1-A54C-B235D3193BB0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16580-4849-786D-2D30-89C62E70F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8532D-0D99-A12C-EEC8-FCB845ADE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9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70D42-A968-C5CF-D4A5-61B309661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B48F9E-4D5B-F17E-D3B6-6B019A319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0A1DBB-5F51-D854-CF21-1D607446A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298"/>
            <a:ext cx="12192000" cy="642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0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56866-3F4F-13D6-5055-9DD046C47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A27D21-4B9E-E7F2-7483-C71EB4642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33856-96AF-B690-3F19-5C99329CD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19"/>
            <a:ext cx="12192000" cy="651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0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B5727-84EC-35C7-BBD0-8B940AADA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DFF1FB-51A0-B297-F595-6C93595A0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EE3BFD-1972-902F-139F-2C0F779A9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" y="51916"/>
            <a:ext cx="11355385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1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85713-DA01-3D78-41D0-8A1EA750C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1DA4A6-6ECA-95F4-6757-E3DFF77F9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6A2EBC-011C-861E-6C70-611435AC1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287"/>
            <a:ext cx="12192000" cy="63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6BA35-10B8-8430-4F33-8CDB745CF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53968D-51D3-ECB6-016D-9D60FC1A0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C94D8B-FA54-FEED-9BBD-108F06E0A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19"/>
            <a:ext cx="12192000" cy="670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4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CA483-6C07-A6CB-910F-266BEA522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158202-4F62-2025-0971-4B7E0A680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996BB-6BB1-F053-3C1D-9EB6884E3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867"/>
            <a:ext cx="12192000" cy="604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6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69B81-2097-A6EB-918B-A24BD6061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376BD5-BD03-0771-8A46-BB9DCB419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5994F8-B785-8BFE-1653-8AEC729FB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22" y="0"/>
            <a:ext cx="8593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899C3-B1CB-95F9-063D-80686F92B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D8D522-AE3E-49F0-F879-760D7E534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5FF9F8-8723-A943-1084-FC6DA15EC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032"/>
            <a:ext cx="12192000" cy="631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1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7A770-3C1B-1F37-2F71-686765108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F3E7CF-D8E1-71E5-9FC0-77114178E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DFB841-E631-48A2-7A58-867494D12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62" y="0"/>
            <a:ext cx="10310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2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D0477-BD9F-B60C-E7AC-C218E1D20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2020E2-4970-B856-2A05-B07FB4D84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AFCE40-2A9E-CCCA-F7F3-E2BE48D0A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8" y="51916"/>
            <a:ext cx="11412543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5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6FDB5-8280-967F-7D09-2A6D4E6DD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85A130-090F-6F11-C8A3-A2BEF7BCD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8FED9F-9766-2D21-92FB-1245AC9AB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5" y="0"/>
            <a:ext cx="11508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1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7AB74-E283-C2A7-BF93-4D8C93967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C1BC50-1A4D-B69B-4F44-0BF26C6E1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F6288B-D649-7D1D-858D-0E4D37C7F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656"/>
            <a:ext cx="12192000" cy="63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00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41E9B-640E-EE80-B1DF-627F4975B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36A722-FC03-EC7E-23B8-94DA90A7A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CC1B7E-6E0E-ADEE-D533-FDA843B46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303"/>
            <a:ext cx="12192000" cy="663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48933-A84A-04C5-8881-7F7F4E68B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9399EF-0B75-257F-7D69-08282B7E5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FD4621-2E3B-9BC5-0AC1-F625738B0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591"/>
            <a:ext cx="12192000" cy="577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6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B2CB5-48BE-F703-32A2-22180F323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B1ADA2-6B01-E685-6EF9-5D5A7123D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06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征 吴</dc:creator>
  <cp:lastModifiedBy>征 吴</cp:lastModifiedBy>
  <cp:revision>1</cp:revision>
  <dcterms:created xsi:type="dcterms:W3CDTF">2024-11-21T02:13:39Z</dcterms:created>
  <dcterms:modified xsi:type="dcterms:W3CDTF">2024-11-21T02:16:09Z</dcterms:modified>
</cp:coreProperties>
</file>